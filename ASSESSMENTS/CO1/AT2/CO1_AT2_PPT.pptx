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15A256-02C3-4EC5-875A-2469E5A42F8A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5"/>
            <p14:sldId id="262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5" d="100"/>
          <a:sy n="95" d="100"/>
        </p:scale>
        <p:origin x="-206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6F4307-16C8-46B5-8B2D-9705D82C2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D1D8D4E-5FC8-46EB-9803-7583569E0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DD436E2-799C-484A-B31A-E7A2591F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150772-D774-4422-9856-3C8F9140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13E9758-31C4-4256-9D9A-E519DF46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84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70C945-3989-4CC0-B1B9-179920FC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85D947-7B18-4A87-B246-AF939457F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773FE1A-7625-4A46-A043-D9253C74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A9FC461-5885-4B8F-B2AD-94C77BED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84C7A8-6FBE-4AB7-B01D-8FE746AE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82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6F3E55-F0CB-44B8-9D09-EDB14A61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2407FA0-64E7-4BE1-8929-4F00F2FA8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13C5CB9-5B09-4D3D-988D-22168A9F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883C73-1286-4E6B-904A-3F3AFAA9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EDA1B3-EA93-4CF3-B78D-12D74D15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1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EECF04-6A29-4226-ABC6-533A4F2F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7B5BC3-16E1-42CD-BAAB-28CF664D0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F629B76-F820-4BCD-BD32-6FF5FA131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2BC388F-676E-47EE-A6EB-D3CBA8CE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5C1138E-8246-4E17-AF13-144FB3C6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72517CD-086D-4899-8E0B-21520DD4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51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3DA0D1-F15C-4D3B-8F3F-AF488EB4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D890B86-B233-460B-B080-487BD2130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517ED7-4273-4047-8A1E-863104031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3B79AE1-DDB5-4FFD-99B2-BDF173E41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3191233-1B72-43D5-84AF-C08803D01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F7421BB-D908-472A-A66E-53DEB8E7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479C637-5A8F-4A40-AA3C-5B8488AB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6D4739F-CC62-458F-B1BF-431FD489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6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46B108-AE38-41B5-9BE6-A6E07FEA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D156841-2177-42B2-8E49-CBF5C9FF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72A4CC3-7B64-4977-A4BF-15F7F351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2C669FF-28C0-4D5F-948F-44A229AC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09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CAE41ED-60FB-40AD-9F97-AE888274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C6338A3-B40F-40C2-84F7-FF79424A8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F5AC848-83D9-4F98-B13A-98DED730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68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1AA381-6577-41C9-AC11-D3E4DCEA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5BDA9E-336C-406E-B87D-C3EF8AA4A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00D37AD-8852-4157-8249-1FE4E6844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A73A0C2-0B1B-4776-BAA9-F29E2924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FA50427-63A4-4D92-A0DE-E8072F13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35B9CC4-3D5A-4CF0-A096-E3081361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8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3965E6-8E88-4C8D-A949-9BCCBD2C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AA84C6E-82DF-4810-A17A-EB69EE9E6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2717F94-3543-4BED-999B-4043CE3C5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C10FCF9-F36A-491A-B9CF-92946E3B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5C27805-CFC8-4891-AC6A-DEADD184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2CFEC6E-E0BA-44DA-961D-8BC4F42E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0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3F5125-6D40-4AFF-ABF1-D88E6527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DC40FE1-18C0-4DE6-BABD-4252A1C44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A2229C-A55E-415E-8EC6-38F1AA17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733C8C-5CA8-4E28-890D-18DAF631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E1409D-4CCB-48CC-AFF1-5A91043F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2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DA45509-3935-4A90-965B-A755CBFF5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2716B4F-C8AA-462C-8C5B-85906C4E1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31C7B5A-EE86-44D7-A361-4D9B461B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C9DEC1-19DF-4D72-98DC-F14FA1C0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F14EB7-AB92-457F-85B2-BD270899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39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B3E67D1-6BAC-4F72-BA1F-D480F6C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1DCC70A-5D6A-4ADA-94C1-5E2473B57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467B4D-7809-4EF4-972B-866F952C1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406A3-7E99-4300-8D47-C40001126DEC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0CEA96-063E-4550-A8E6-C35E45468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02A638A-6A32-4CEB-946E-B2868C2C9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1FD8F-9D6C-4801-8470-F5FA15C76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44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="" xmlns:a16="http://schemas.microsoft.com/office/drawing/2014/main" id="{192220B2-525E-42CF-AD56-FE441876A6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07" y="41251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="" xmlns:a16="http://schemas.microsoft.com/office/drawing/2014/main" id="{E1FA7651-6B5A-46D7-8F42-DDA566B154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5796" y="192531"/>
            <a:ext cx="1520113" cy="1342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4FF8A20-1AA6-4DA6-A113-1CEA14DF737B}"/>
              </a:ext>
            </a:extLst>
          </p:cNvPr>
          <p:cNvSpPr/>
          <p:nvPr/>
        </p:nvSpPr>
        <p:spPr>
          <a:xfrm>
            <a:off x="3619328" y="253500"/>
            <a:ext cx="4167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0CA715C-6BA3-46C5-B569-DE3B464791CB}"/>
              </a:ext>
            </a:extLst>
          </p:cNvPr>
          <p:cNvSpPr/>
          <p:nvPr/>
        </p:nvSpPr>
        <p:spPr>
          <a:xfrm>
            <a:off x="2848719" y="899831"/>
            <a:ext cx="62614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3315" marR="5080" indent="-1111250" algn="just">
              <a:lnSpc>
                <a:spcPct val="100000"/>
              </a:lnSpc>
              <a:spcBef>
                <a:spcPts val="100"/>
              </a:spcBef>
            </a:pPr>
            <a:r>
              <a:rPr lang="en-US" sz="2400" b="1" spc="-55" dirty="0">
                <a:latin typeface="Times New Roman"/>
                <a:cs typeface="Times New Roman"/>
              </a:rPr>
              <a:t>SAVEETHA</a:t>
            </a:r>
            <a:r>
              <a:rPr lang="en-US" sz="2400" b="1" spc="-11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INSTITUTE</a:t>
            </a:r>
            <a:r>
              <a:rPr lang="en-US" sz="2400" b="1" dirty="0">
                <a:latin typeface="Times New Roman"/>
                <a:cs typeface="Times New Roman"/>
              </a:rPr>
              <a:t> OF</a:t>
            </a:r>
            <a:r>
              <a:rPr lang="en-US" sz="2400" b="1" spc="-75" dirty="0"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latin typeface="Times New Roman"/>
                <a:cs typeface="Times New Roman"/>
              </a:rPr>
              <a:t>MEDICAL </a:t>
            </a:r>
            <a:r>
              <a:rPr lang="en-US" sz="2400" b="1" spc="-220" dirty="0"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latin typeface="Times New Roman"/>
                <a:cs typeface="Times New Roman"/>
              </a:rPr>
              <a:t>AND TECHNICAL</a:t>
            </a:r>
            <a:r>
              <a:rPr lang="en-US" sz="2400" b="1" spc="-5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SCIENCES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344D052-D631-4095-A721-5BE4036AAD2E}"/>
              </a:ext>
            </a:extLst>
          </p:cNvPr>
          <p:cNvSpPr/>
          <p:nvPr/>
        </p:nvSpPr>
        <p:spPr>
          <a:xfrm>
            <a:off x="2534015" y="2400780"/>
            <a:ext cx="63380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Regular Expressions for Real-World Text Processing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96131A2-BF10-439F-BD8A-73E5384976C0}"/>
              </a:ext>
            </a:extLst>
          </p:cNvPr>
          <p:cNvSpPr/>
          <p:nvPr/>
        </p:nvSpPr>
        <p:spPr>
          <a:xfrm>
            <a:off x="2433916" y="3783107"/>
            <a:ext cx="75213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DSA0302 -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Natural Language Processing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26D4E16-9012-4A4C-B9CA-4B2419C9024D}"/>
              </a:ext>
            </a:extLst>
          </p:cNvPr>
          <p:cNvSpPr/>
          <p:nvPr/>
        </p:nvSpPr>
        <p:spPr>
          <a:xfrm>
            <a:off x="658167" y="4741765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B27B783-72B8-4CAF-A769-48C06330A871}"/>
              </a:ext>
            </a:extLst>
          </p:cNvPr>
          <p:cNvSpPr/>
          <p:nvPr/>
        </p:nvSpPr>
        <p:spPr>
          <a:xfrm>
            <a:off x="658167" y="5174101"/>
            <a:ext cx="3207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DR.T.DEVI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27B4F9F-9EE1-4345-8A3E-254A37BAACF7}"/>
              </a:ext>
            </a:extLst>
          </p:cNvPr>
          <p:cNvSpPr/>
          <p:nvPr/>
        </p:nvSpPr>
        <p:spPr>
          <a:xfrm>
            <a:off x="9110198" y="4741765"/>
            <a:ext cx="1591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540C308C-AD45-4761-BDA9-673156C49E16}"/>
              </a:ext>
            </a:extLst>
          </p:cNvPr>
          <p:cNvSpPr/>
          <p:nvPr/>
        </p:nvSpPr>
        <p:spPr>
          <a:xfrm>
            <a:off x="9110198" y="5111097"/>
            <a:ext cx="2852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D.Bindu Priya [192425162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12483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="" xmlns:a16="http://schemas.microsoft.com/office/drawing/2014/main" id="{D4AE2883-F036-468B-B0AE-B345BC1D78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07" y="5392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="" xmlns:a16="http://schemas.microsoft.com/office/drawing/2014/main" id="{B0BF2643-075A-4A05-9C60-80CF163D94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5796" y="156672"/>
            <a:ext cx="1520113" cy="1342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C52EE19-366B-4353-BB94-359F2A46E650}"/>
              </a:ext>
            </a:extLst>
          </p:cNvPr>
          <p:cNvSpPr/>
          <p:nvPr/>
        </p:nvSpPr>
        <p:spPr>
          <a:xfrm>
            <a:off x="4255585" y="389526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BDB3B26-A085-4F70-B3A0-03B301552DBD}"/>
              </a:ext>
            </a:extLst>
          </p:cNvPr>
          <p:cNvSpPr/>
          <p:nvPr/>
        </p:nvSpPr>
        <p:spPr>
          <a:xfrm>
            <a:off x="203407" y="2309511"/>
            <a:ext cx="649322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What is a Regular Expression (Regex</a:t>
            </a:r>
            <a:r>
              <a:rPr lang="en-US" sz="1600" b="1" dirty="0" smtClean="0"/>
              <a:t>)?</a:t>
            </a:r>
          </a:p>
          <a:p>
            <a:endParaRPr lang="en-US" sz="1600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Regular Expression (Regex) is a sequence of characters used to search and match patterns in text.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helps computers identify specific text formats quickly.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Regex is an important text preprocessing technique in Natural Language Processing (NLP).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is widely used for extracting information from unstructured text.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RegEx for NLP: Patterns &amp; Examples | PD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168" y="1674634"/>
            <a:ext cx="5269832" cy="443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1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6418A8FA-6EF6-4E75-A874-8CEC8949BA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5374" y="231142"/>
            <a:ext cx="1520113" cy="1342883"/>
          </a:xfrm>
          <a:prstGeom prst="rect">
            <a:avLst/>
          </a:prstGeom>
        </p:spPr>
      </p:pic>
      <p:pic>
        <p:nvPicPr>
          <p:cNvPr id="5" name="object 3">
            <a:extLst>
              <a:ext uri="{FF2B5EF4-FFF2-40B4-BE49-F238E27FC236}">
                <a16:creationId xmlns="" xmlns:a16="http://schemas.microsoft.com/office/drawing/2014/main" id="{8820C47D-6AD6-40B4-BAC1-67064FB9E4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513" y="156672"/>
            <a:ext cx="1135116" cy="13428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2716" y="24451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Email: abc@gmail.com</a:t>
            </a:r>
          </a:p>
          <a:p>
            <a:r>
              <a:rPr lang="en-US" dirty="0"/>
              <a:t>Phone: 9876543210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863" y="174225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Example:</a:t>
            </a:r>
            <a:endParaRPr lang="en-US" b="1" dirty="0"/>
          </a:p>
          <a:p>
            <a:r>
              <a:rPr lang="en-US" b="1" dirty="0" smtClean="0"/>
              <a:t>Input: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24640" y="43811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Email → abc@gmail.com</a:t>
            </a:r>
          </a:p>
          <a:p>
            <a:r>
              <a:rPr lang="en-US" dirty="0"/>
              <a:t>Phone → 9876543210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863" y="3837892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Regex Explained: A Beginner-Friendly Guide to Regular Expressions | by Siva Teja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139" y="625642"/>
            <a:ext cx="6439098" cy="572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64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="" xmlns:a16="http://schemas.microsoft.com/office/drawing/2014/main" id="{FD85981F-D78E-45A6-A537-82E8B7F2E4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95" y="123566"/>
            <a:ext cx="1135116" cy="1342883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="" xmlns:a16="http://schemas.microsoft.com/office/drawing/2014/main" id="{B4D0A4E0-C981-4C2A-BFC1-B45CA60A99B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056" y="123566"/>
            <a:ext cx="1520113" cy="13428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7195" y="1936903"/>
            <a:ext cx="1843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316" y="275396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Real-World Applications of </a:t>
            </a:r>
            <a:r>
              <a:rPr lang="en-US" b="1" dirty="0" smtClean="0"/>
              <a:t>Regex</a:t>
            </a:r>
          </a:p>
          <a:p>
            <a:endParaRPr lang="en-US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Email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Extraction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Phone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Number Detection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URL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Detection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Extraction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Password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Validation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Cleaning</a:t>
            </a:r>
          </a:p>
        </p:txBody>
      </p:sp>
      <p:pic>
        <p:nvPicPr>
          <p:cNvPr id="3074" name="Picture 2" descr="Automate Gmail Invoice Extraction with A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986" y="1721693"/>
            <a:ext cx="6906126" cy="334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89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="" xmlns:a16="http://schemas.microsoft.com/office/drawing/2014/main" id="{414A1B3C-555F-49BF-A393-3C99FB2CAD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95" y="87707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="" xmlns:a16="http://schemas.microsoft.com/office/drawing/2014/main" id="{3717615C-BAF3-467A-94A5-F1858D9E12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056" y="87707"/>
            <a:ext cx="1520113" cy="13428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15831" y="1061258"/>
            <a:ext cx="2409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Working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06927" y="1864714"/>
            <a:ext cx="2258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Regex Working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6927" y="267375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Input Text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Regex Pattern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Pattern Matching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Information Extraction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4409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="" xmlns:a16="http://schemas.microsoft.com/office/drawing/2014/main" id="{F61D54DE-24E7-4BD2-9AFC-5176266E2D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31" y="-35859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="" xmlns:a16="http://schemas.microsoft.com/office/drawing/2014/main" id="{F9FFC7C2-B129-409B-B4AA-826C0ACC9B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056" y="51848"/>
            <a:ext cx="1520113" cy="13428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505" y="1568440"/>
            <a:ext cx="10266947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Advantages &amp; Limitations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endParaRPr lang="en-US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processing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Easy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learn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accuracy for pattern matching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Saves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time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Useful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NLP preprocessing</a:t>
            </a: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Limitations</a:t>
            </a:r>
          </a:p>
          <a:p>
            <a:endParaRPr lang="en-US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Cannot understand sentence meaning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Complex patterns are difficult to create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Cannot detect context 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emotions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Works only on predefined patterns</a:t>
            </a:r>
          </a:p>
        </p:txBody>
      </p:sp>
      <p:pic>
        <p:nvPicPr>
          <p:cNvPr id="4098" name="Picture 2" descr="3 Best Ways to Get a File Extension in Python (With Examples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715" y="1482963"/>
            <a:ext cx="7432843" cy="519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43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="" xmlns:a16="http://schemas.microsoft.com/office/drawing/2014/main" id="{8DA42ED9-9ECD-4864-8E04-C2F1D9244E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31" y="89647"/>
            <a:ext cx="1135116" cy="1342883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="" xmlns:a16="http://schemas.microsoft.com/office/drawing/2014/main" id="{F3E45ABE-FD35-4BB3-9FA4-8788D4256F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056" y="15989"/>
            <a:ext cx="1520113" cy="13428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8968" y="1844842"/>
            <a:ext cx="204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 descr="C:\Users\HI\Pictures\Screenshots\Screenshot 2026-07-15 09575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598821"/>
            <a:ext cx="11877675" cy="39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17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="" xmlns:a16="http://schemas.microsoft.com/office/drawing/2014/main" id="{8DA42ED9-9ECD-4864-8E04-C2F1D9244E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31" y="89647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="" xmlns:a16="http://schemas.microsoft.com/office/drawing/2014/main" id="{F3E45ABE-FD35-4BB3-9FA4-8788D4256F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056" y="15989"/>
            <a:ext cx="1520113" cy="13428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2326" y="1692442"/>
            <a:ext cx="199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C:\Users\HI\Pictures\Screenshots\Screenshot 2026-07-15 10010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42" y="2229852"/>
            <a:ext cx="8420100" cy="390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20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="" xmlns:a16="http://schemas.microsoft.com/office/drawing/2014/main" id="{177EEEA6-D275-4143-A1B8-F3290CE82F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31" y="89647"/>
            <a:ext cx="1135116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="" xmlns:a16="http://schemas.microsoft.com/office/drawing/2014/main" id="{708F2945-A1A0-4370-AB90-0D9C8C4E26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056" y="15989"/>
            <a:ext cx="1520113" cy="1342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4E4BE04-1ACD-4F33-9621-3EBFF98F37A9}"/>
              </a:ext>
            </a:extLst>
          </p:cNvPr>
          <p:cNvSpPr/>
          <p:nvPr/>
        </p:nvSpPr>
        <p:spPr>
          <a:xfrm>
            <a:off x="4246637" y="364264"/>
            <a:ext cx="33137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0D42ECF-B6CB-4FA5-ABE6-303EEFCB7A76}"/>
              </a:ext>
            </a:extLst>
          </p:cNvPr>
          <p:cNvSpPr/>
          <p:nvPr/>
        </p:nvSpPr>
        <p:spPr>
          <a:xfrm>
            <a:off x="165698" y="2000556"/>
            <a:ext cx="716554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Regex is one of the simplest and most effective text-processing techniques in NLP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helps identify, validate, and extract important information from text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widely used in search engines,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mining, and information retrieval.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Regex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an essential skill for every NLP developer.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2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DA22B4A-C0BF-400C-8238-307D7DE0CF81}"/>
              </a:ext>
            </a:extLst>
          </p:cNvPr>
          <p:cNvSpPr/>
          <p:nvPr/>
        </p:nvSpPr>
        <p:spPr>
          <a:xfrm>
            <a:off x="2626708" y="2410617"/>
            <a:ext cx="742620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9124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260</Words>
  <Application>Microsoft Office PowerPoint</Application>
  <PresentationFormat>Custom</PresentationFormat>
  <Paragraphs>69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SAMSUNG</dc:creator>
  <cp:lastModifiedBy>HI</cp:lastModifiedBy>
  <cp:revision>14</cp:revision>
  <dcterms:created xsi:type="dcterms:W3CDTF">2026-05-07T14:03:31Z</dcterms:created>
  <dcterms:modified xsi:type="dcterms:W3CDTF">2026-07-17T15:15:07Z</dcterms:modified>
</cp:coreProperties>
</file>